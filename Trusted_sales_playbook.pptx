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Challenger research found "Relationship Builders" were among the weakest performers in complex sales. This belief survives that finding because it is about trust, not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640080" cy="6400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tips and approaches that build belief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-  Nino Moscardini  |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BELIEF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buy from people they believe.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 is earned by telling the truth when it costs you.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284838"/>
          </a:solidFill>
          <a:ln w="12700">
            <a:solidFill>
              <a:srgbClr val="2848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liked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and pleasant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 with the buyer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moves a decision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51460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believed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hard truth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"this isn't right for you"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away from bad deals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trust is made of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a self-check before every important meeting.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 =  </a:t>
            </a:r>
            <a:pPr algn="ctr" indent="0" marL="0">
              <a:buNone/>
            </a:pPr>
            <a:r>
              <a:rPr lang="en-US" sz="32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 + R + I)</a:t>
            </a:r>
            <a:pPr algn="ctr"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Credibility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7355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know what I'm talking about? If not, say so and find 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224028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42316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27355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do what I said, when I said? Small promises kept add up.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42316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Intimacy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27355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tell me the real problem? Never punish bad news.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224028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423160"/>
            <a:ext cx="411480" cy="41148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Self-orientation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27355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in this for them or for me? The divisor. Cut it and trust rises fastest.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Maister, Green &amp; Galford, The Trusted Advisor   |   Trusted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 of a sale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answers the question the buyer is really asking.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517904" cy="219456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the right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trust you?"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1408" y="1508760"/>
            <a:ext cx="1517904" cy="219456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0048" y="169164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2402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gap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288036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understand me?"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85616" y="1508760"/>
            <a:ext cx="1517904" cy="219456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4256" y="169164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3425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77056" y="22402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877056" y="288036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am I missing?"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9824" y="1508760"/>
            <a:ext cx="1517904" cy="219456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69164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9846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2402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change safe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541264" y="288036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safe to move?"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14032" y="1508760"/>
            <a:ext cx="1517904" cy="219456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169164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6267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2402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word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288036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do what you said?"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174736" cy="685800"/>
          </a:xfrm>
          <a:prstGeom prst="roundRect">
            <a:avLst>
              <a:gd name="adj" fmla="val 10667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through every stage:  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honestly. If it isn't right for them, say so and walk away.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the right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asking: "Can I trust you?"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from their side of the 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question the buyer will have. Answer the hard ones before they ask.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95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useful before you sell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something of value to the first conversation: a fact, a contact, a view of their market.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98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who you are and why you're calling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company, the reason. Reps who state a reason up front do markedly better.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021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meeting, not the product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call has one job: earn the next conversation.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3337560" cy="2697480"/>
          </a:xfrm>
          <a:prstGeom prst="roundRect">
            <a:avLst>
              <a:gd name="adj" fmla="val 2712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536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828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reason for my call is this."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"I've written down the questions I'd have in your seat. Can we start there?"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"I'm not asking you to decide anything. I'm asking for 30 minutes on Thursday."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</a:t>
            </a:r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faking familiarity ("How've you been?" to a stranger) and apologising for existing ("Sorry to bother you").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Duffy (BBDO, 1948); Gong cold-call research   |   Trusted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gap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asking: "Do you understand me?"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few background questions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homework instead. Too many situation questions bore the buyer.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95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problem, then its cost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without a price stays a maybe. Let them do the maths.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98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say the payoff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argue with your claims. They rarely argue with their own.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021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truth cheap to say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bad news. People confess to allies, not opponents.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3337560" cy="2697480"/>
          </a:xfrm>
          <a:prstGeom prst="roundRect">
            <a:avLst>
              <a:gd name="adj" fmla="val 2712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536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828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happens if this doesn't get fixed?"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"What's that costing you right now?"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that was handled, what would it change for you?"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"What's the part you haven't said out loud yet?"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</a:t>
            </a:r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 before the need is built. Most objections are pitches that showed up too early.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Rackham, SPIN Selling; Philip Houston (CIA)   |   Trusted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asking: "What am I missing?"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an insight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them something about their business they haven't seen. Teaching beats interrogating.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95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the cost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expensive assumption they don't know they're making.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98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to the person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point lands differently on a CFO and an operations lead.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021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story, one villain, one specific detail. Turn numbers into something real.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3337560" cy="2697480"/>
          </a:xfrm>
          <a:prstGeom prst="roundRect">
            <a:avLst>
              <a:gd name="adj" fmla="val 2712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536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828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I show you something you're probably not seeing?"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"Most people in your position assume X. Here's what it costs."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"For someone in your seat, here's what this means."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</a:t>
            </a:r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anything that isn't true, or is only true because it favours you. That is where trust breaks.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 &amp; Adamson, The Challenger Sale; Sinek; Jobs   |   Trusted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change safe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asking: "Is it safe to move?"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fear getting it wrong more than missing out. Price is often the costume the fear wears.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95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first step small and reversible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phase, exit ramp. Put the safety net in writing.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98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one option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menu feeds indecision. Say what you would do, and why.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021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doing nothing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more months of the problem, in their numbers.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3337560" cy="2697480"/>
          </a:xfrm>
          <a:prstGeom prst="roundRect">
            <a:avLst>
              <a:gd name="adj" fmla="val 2712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536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828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happens if this doesn't work? Let's answer that now."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"Here's what I'd do in your position, and why."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"I'm in this after the signature. Here's what I do in week one."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</a:t>
            </a:r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closes and fake urgency. They help small sales and kill big ones.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 &amp; McKenna, The JOLT Effect; Heath, Switch; Rackham   |   Trusted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word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asking: "Did you do what you said?"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every meeting with an advance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next step, an owner and a date. Otherwise it was just a chat.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95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fast, then follow through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day or two, personally. Then do the thing.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98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with a date, not "I'll try"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might be blocked, say when you'll flag it.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021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after the signature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Deliver, check in, grow the account. The next deal is won 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3337560" cy="2697480"/>
          </a:xfrm>
          <a:prstGeom prst="roundRect">
            <a:avLst>
              <a:gd name="adj" fmla="val 2712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536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828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use the last five minutes to lock in what happens next."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 you have your calendar handy?"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"You'll have it by Thursday. If I'm blocked, you'll hear by Tuesday."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</a:t>
            </a:r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checking in" emails and ending a meeting on a good feeling instead of a next step.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Rackham (advances); Gong; church visitor follow-up; car sales   |   Trusted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 honestly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through every stage. A true no is a gift.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807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real pain?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driving the change, and how acute is it?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20824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9842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decides, and who pays?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person you meet rarely signs.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877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they decide?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Criteria, process, paperwork, timing.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27832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1912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wants this to happen?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champion with influence and something to gain.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94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up against?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doing nothing, not a competitor.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0" y="141732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212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18745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can tell me no. I'd rather have a true no than a polite maybe."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"Sounds like someone else has a vote on this."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this isn't right for you, I'll tell you."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886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3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kill lifetime trust for a one-time commission.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MEDDPICC in plain English; Houston   |   Trusted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they push back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objection is a question in disguise. Find the real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EXPENSIVE" USUALLY MEANS A BROKEN 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019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trust you yet.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50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believe it fits.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035808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99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feels risky or confusing.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584448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547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believe it will work.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P. Don't cut the price.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41732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objection is often cover.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price were off the table, would you go ahead?"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05740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concern behind the question.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"Before I answer, what's behind the question?"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69748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stall into something specific.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"Of course. Which part: the timing, the fit or the money?"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33756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argue. Get the map.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"I'm not going to argue. Walk me through it."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97764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flaw yourself, first.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"Here's the part people push back on."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Dain Walker (4 Ps); Houston; Rackham; Sugarman   |   Trusted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 game: winning big accounts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 account is a queue, not a 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1732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what would have to change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costs, their market, their leaders. Write the conditions down.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3911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their world, not just the account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condition moves, call that day. Be the one who predicted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6090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 slice, not the whole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pilot, a second-supplier slot, one region. Slices grow.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8269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switching costs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incumbent's moat is a bill nobody offered to pay.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384048" cy="384048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90448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quiet quarterly touch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written-off account. Stop calling it dead.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40680" y="1417320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187452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know you're happy. That's not why I'm here."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would have to change for this to be a real conversation?"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don't have to leave them. Try us on one part."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Leahy, Airbus   |   Trusted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we don't use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would I be happy if the buyer saw exactly what I'm doing, and why?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8580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29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88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Assumptive close, "Monday or the first?", tie-downs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Pushes a decision the buyer hasn't made.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4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"Only 3 left", fake crossed-out prices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lie about the offer.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8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"How've you been?" to a stranger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Fakes a relationship.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4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Words aimed at ego and fear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Manipulation, not help.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8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we do that, can we close today?"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 a concession for pressure.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4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"Let them think they won"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Treats the buyer as an opponent.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8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sales content that failed the test   |   Trusted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things to carry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buy from people they believe.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from their side of the table.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60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you pitch.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say the cost and the payoff.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931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something true, even when it costs you.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188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 feel safe, not urgent.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Recommend. Don't hand them a menu.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560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no beats a polite maybe.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every conversation with a next step.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663440" y="393192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3931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what you said, when you said.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come from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the source. Take the principle.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519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Neil Rackham, SPIN Selling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questions; advances; why closing hurts big deals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Dixon &amp; Adamson, The Challenger Sale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Teach, tailor, take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Dixon &amp; McKenna, The JOLT Effect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Indecision, not competitors, loses most deals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Maister, Green &amp; Galford, The Trusted Advisor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trust equation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 &amp; Dan Heath, Switch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first steps; making change feel doable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 Houston, former 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the truth cheap to say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Gong call research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Openers, reasons and next steps that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Leahy (Airbus), Ben Duffy (BBDO), Dain Walker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campaigns; preparation; the 4 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36 Instagram posts from the collection, mapped to the stages   |   Trusted 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Trusted - sales tips and approaches</dc:title>
  <dc:subject>PptxGenJS Presentation</dc:subject>
  <dc:creator>PptxGenJS</dc:creator>
  <cp:lastModifiedBy>PptxGenJS</cp:lastModifiedBy>
  <cp:revision>1</cp:revision>
  <dcterms:created xsi:type="dcterms:W3CDTF">2026-09-25T17:30:29Z</dcterms:created>
  <dcterms:modified xsi:type="dcterms:W3CDTF">2026-09-25T17:30:29Z</dcterms:modified>
</cp:coreProperties>
</file>